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Helvetica Neu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.fntdata"/><Relationship Id="rId6" Type="http://schemas.openxmlformats.org/officeDocument/2006/relationships/slide" Target="slides/slide1.xml"/><Relationship Id="rId18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1e94f7b5c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3b1e94f7b5c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a3986067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a3986067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3986067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3986067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3986067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a3986067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a3986067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a3986067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a3986067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a3986067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a513e34c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a513e34c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0686cf9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0686cf9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showMasterSp="0">
  <p:cSld name="TITLE_AND_BODY_1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22311" y="3305176"/>
            <a:ext cx="7772400" cy="10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042"/>
              </a:buClr>
              <a:buSzPts val="4000"/>
              <a:buFont typeface="Arial"/>
              <a:buNone/>
              <a:defRPr sz="4000" cap="none">
                <a:solidFill>
                  <a:srgbClr val="41404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60"/>
              </a:buClr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60"/>
              </a:buClr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60"/>
              </a:buClr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60"/>
              </a:buClr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60"/>
              </a:buClr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60"/>
              </a:buClr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60"/>
              </a:buClr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60"/>
              </a:buClr>
              <a:buSzPts val="7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22311" y="2180034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45725" spcFirstLastPara="1" rIns="45725" wrap="square" tIns="457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9091"/>
              </a:buClr>
              <a:buSzPts val="2000"/>
              <a:buFont typeface="Arial"/>
              <a:buNone/>
              <a:defRPr sz="2000">
                <a:solidFill>
                  <a:srgbClr val="9190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9091"/>
              </a:buClr>
              <a:buSzPts val="2000"/>
              <a:buFont typeface="Arial"/>
              <a:buNone/>
              <a:defRPr sz="2000">
                <a:solidFill>
                  <a:srgbClr val="9190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9091"/>
              </a:buClr>
              <a:buSzPts val="2000"/>
              <a:buFont typeface="Arial"/>
              <a:buNone/>
              <a:defRPr sz="2000">
                <a:solidFill>
                  <a:srgbClr val="9190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9091"/>
              </a:buClr>
              <a:buSzPts val="2000"/>
              <a:buFont typeface="Arial"/>
              <a:buNone/>
              <a:defRPr sz="2000">
                <a:solidFill>
                  <a:srgbClr val="9190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9091"/>
              </a:buClr>
              <a:buSzPts val="2000"/>
              <a:buFont typeface="Arial"/>
              <a:buNone/>
              <a:defRPr sz="2000">
                <a:solidFill>
                  <a:srgbClr val="919091"/>
                </a:solidFill>
              </a:defRPr>
            </a:lvl5pPr>
            <a:lvl6pPr indent="-2730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◦"/>
              <a:defRPr/>
            </a:lvl6pPr>
            <a:lvl7pPr indent="-2730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◦"/>
              <a:defRPr/>
            </a:lvl8pPr>
            <a:lvl9pPr indent="-2730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●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21085" y="4767979"/>
            <a:ext cx="265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8D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D8D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8D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D8D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8D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D8D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8D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D8D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8D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D8D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8D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D8D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8D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D8D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8D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D8D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8D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9D8D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ZvSAY8oPyldm6g8PH8ZQPwM9Pdarm4px/view" TargetMode="External"/><Relationship Id="rId4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SviZL0zL9bKlGpU6EuCtLGmvDGC41kd_/view" TargetMode="External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ZntZuNoCsx1vjyl1jX2gmuchDZDNqrux/view" TargetMode="External"/><Relationship Id="rId4" Type="http://schemas.openxmlformats.org/officeDocument/2006/relationships/image" Target="../media/image6.jpg"/><Relationship Id="rId5" Type="http://schemas.openxmlformats.org/officeDocument/2006/relationships/hyperlink" Target="http://drive.google.com/file/d/1KX7sEZlAqDGFKj5JM7TfIcMy3F-ErrdO/view" TargetMode="External"/><Relationship Id="rId6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3aZWz2riVATC_qrGfWR88Xr3i3oNbz4Z/view" TargetMode="External"/><Relationship Id="rId4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nC_CjO3wuu3jd06587CVnYeo83OrW9j7/view" TargetMode="Externa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-1040032" y="1652931"/>
            <a:ext cx="238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28575" spcFirstLastPara="1" rIns="28575" wrap="square" tIns="285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#1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-1040032" y="1944015"/>
            <a:ext cx="238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28575" spcFirstLastPara="1" rIns="28575" wrap="square" tIns="285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3258075" y="2504854"/>
            <a:ext cx="883500" cy="66900"/>
          </a:xfrm>
          <a:prstGeom prst="rect">
            <a:avLst/>
          </a:prstGeom>
          <a:solidFill>
            <a:srgbClr val="FF2600"/>
          </a:solidFill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600"/>
              </a:buClr>
              <a:buSzPts val="1100"/>
              <a:buFont typeface="Calibri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-2360" r="2360" t="0"/>
          <a:stretch/>
        </p:blipFill>
        <p:spPr>
          <a:xfrm>
            <a:off x="-129071" y="4812872"/>
            <a:ext cx="3621064" cy="330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8671" y="170027"/>
            <a:ext cx="1588823" cy="53219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258075" y="2627325"/>
            <a:ext cx="56733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" sz="28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Low Cost Modular Pick &amp; Place Robot</a:t>
            </a:r>
            <a:endParaRPr b="1" i="0" sz="2800" u="none" cap="none" strike="noStrike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rgbClr val="E6B8AF"/>
                </a:solidFill>
                <a:latin typeface="Roboto"/>
                <a:ea typeface="Roboto"/>
                <a:cs typeface="Roboto"/>
                <a:sym typeface="Roboto"/>
              </a:rPr>
              <a:t>FORT.HOSUR</a:t>
            </a:r>
            <a:endParaRPr b="1" i="0" sz="2100" u="none" cap="none" strike="noStrike">
              <a:solidFill>
                <a:srgbClr val="E6B8A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VID_20251112_20583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25" y="536850"/>
            <a:ext cx="8262475" cy="46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52325" y="47550"/>
            <a:ext cx="6534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Milestone 1: Pick and Place by Bionic Gripper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VID-20251105-WA002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65062"/>
            <a:ext cx="7334714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52325" y="261675"/>
            <a:ext cx="62499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Milestone 1: Pick and Place by Metal Gripper</a:t>
            </a:r>
            <a:endParaRPr b="1" sz="22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176459484105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050" y="67300"/>
            <a:ext cx="386014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52325" y="261675"/>
            <a:ext cx="47697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Milestone 2: Design of Robotic arm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VID_20250918_185716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450" y="1027600"/>
            <a:ext cx="3126975" cy="31739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8" name="Google Shape;88;p18"/>
          <p:cNvSpPr txBox="1"/>
          <p:nvPr/>
        </p:nvSpPr>
        <p:spPr>
          <a:xfrm>
            <a:off x="52325" y="261675"/>
            <a:ext cx="63771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Milestone 3: Teaching</a:t>
            </a:r>
            <a:r>
              <a:rPr b="1" lang="en" sz="22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 by Rotary encoder</a:t>
            </a:r>
            <a:endParaRPr>
              <a:solidFill>
                <a:srgbClr val="980000"/>
              </a:solidFill>
            </a:endParaRPr>
          </a:p>
        </p:txBody>
      </p:sp>
      <p:pic>
        <p:nvPicPr>
          <p:cNvPr id="89" name="Google Shape;89;p18" title="VID_20250918_175505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6950" y="1394288"/>
            <a:ext cx="4638451" cy="260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0" y="4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Milestone 3: Soldering</a:t>
            </a:r>
            <a:r>
              <a:rPr lang="en"/>
              <a:t> </a:t>
            </a:r>
            <a:r>
              <a:rPr b="1" lang="en" sz="22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inside of potentiometer for feedback</a:t>
            </a:r>
            <a:endParaRPr b="1" sz="22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 title="1764594869903.jpg"/>
          <p:cNvPicPr preferRelativeResize="0"/>
          <p:nvPr/>
        </p:nvPicPr>
        <p:blipFill rotWithShape="1">
          <a:blip r:embed="rId3">
            <a:alphaModFix/>
          </a:blip>
          <a:srcRect b="-2400" l="-8000" r="8000" t="2400"/>
          <a:stretch/>
        </p:blipFill>
        <p:spPr>
          <a:xfrm>
            <a:off x="5437950" y="790912"/>
            <a:ext cx="2974986" cy="413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176459486989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00" y="744075"/>
            <a:ext cx="5036375" cy="413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 title="VID_20260106_23432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400" y="608951"/>
            <a:ext cx="7739976" cy="43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0" y="92625"/>
            <a:ext cx="6594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Milestone 3: Teaching</a:t>
            </a:r>
            <a:r>
              <a:rPr b="1" lang="en" sz="22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 by Serial Monitor</a:t>
            </a: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 title="VID_20260211_21165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725" y="478675"/>
            <a:ext cx="8186227" cy="460474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0" y="47775"/>
            <a:ext cx="67509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Milestone 4: </a:t>
            </a:r>
            <a:r>
              <a:rPr b="1" lang="en" sz="22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Teaching by Manual Hand</a:t>
            </a: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